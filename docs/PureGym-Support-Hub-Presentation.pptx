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1999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Relationship Id="rId1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-field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ue-field"/>
          <p:cNvSpPr/>
          <p:nvPr/>
        </p:nvSpPr>
        <p:spPr>
          <a:xfrm>
            <a:off x="6766560" y="0"/>
            <a:ext cx="5440680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8368" y="1005840"/>
            <a:ext cx="676656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</a:rPr>
              <a:t>PureGym Support Hub</a:t>
            </a:r>
            <a:endParaRPr lang="en-US" sz="4600"/>
          </a:p>
        </p:txBody>
      </p:sp>
      <p:sp>
        <p:nvSpPr>
          <p:cNvPr id="5" name="subtitle"/>
          <p:cNvSpPr txBox="1"/>
          <p:nvPr/>
        </p:nvSpPr>
        <p:spPr>
          <a:xfrm>
            <a:off x="694944" y="2487168"/>
            <a:ext cx="6400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>
                <a:solidFill>
                  <a:srgbClr val="FFFFFF"/>
                </a:solidFill>
                <a:latin typeface="Arial"/>
              </a:rPr>
              <a:t>Internal support workspace for KSA and UAE agents</a:t>
            </a:r>
            <a:endParaRPr lang="en-US" sz="2200"/>
          </a:p>
        </p:txBody>
      </p:sp>
      <p:sp>
        <p:nvSpPr>
          <p:cNvPr id="6" name="date"/>
          <p:cNvSpPr txBox="1"/>
          <p:nvPr/>
        </p:nvSpPr>
        <p:spPr>
          <a:xfrm>
            <a:off x="713232" y="537667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>
                <a:solidFill>
                  <a:srgbClr val="FFFFFF"/>
                </a:solidFill>
                <a:latin typeface="Arial"/>
              </a:rPr>
              <a:t>Updated July 4, 2026</a:t>
            </a:r>
            <a:endParaRPr lang="en-US" sz="1200"/>
          </a:p>
        </p:txBody>
      </p:sp>
      <p:sp>
        <p:nvSpPr>
          <p:cNvPr id="7" name="made-by"/>
          <p:cNvSpPr txBox="1"/>
          <p:nvPr/>
        </p:nvSpPr>
        <p:spPr>
          <a:xfrm>
            <a:off x="713232" y="570585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</a:rPr>
              <a:t>Made by Mohammed Alkhandagji</a:t>
            </a:r>
            <a:endParaRPr lang="en-US" sz="1200"/>
          </a:p>
        </p:txBody>
      </p:sp>
      <p:sp>
        <p:nvSpPr>
          <p:cNvPr id="8" name="right-copy"/>
          <p:cNvSpPr txBox="1"/>
          <p:nvPr/>
        </p:nvSpPr>
        <p:spPr>
          <a:xfrm>
            <a:off x="7333488" y="1243584"/>
            <a:ext cx="3977639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</a:rPr>
              <a:t>One console for approved scripts, quick replies, admin control, AI help, and operational checks.</a:t>
            </a:r>
            <a:endParaRPr lang="en-US" sz="2600"/>
          </a:p>
        </p:txBody>
      </p:sp>
      <p:sp>
        <p:nvSpPr>
          <p:cNvPr id="9" name="right-small"/>
          <p:cNvSpPr txBox="1"/>
          <p:nvPr/>
        </p:nvSpPr>
        <p:spPr>
          <a:xfrm>
            <a:off x="7360920" y="4224528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800">
                <a:solidFill>
                  <a:srgbClr val="FFFFFF"/>
                </a:solidFill>
                <a:latin typeface="Arial"/>
              </a:rPr>
              <a:t>Built for faster, cleaner support conversations.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Agents get one focused workspace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The dashboard keeps daily support work inside one organized screen.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Approved scripts are centralized and searchable.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Country and language context stays visible.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Favorites and most-used scripts reduce repeated searching.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Admin changes are stored in Neon, not old project files.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2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Audience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KSA and UAE support agents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Goal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Faster accurate responses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Data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Neon-backed content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Script Library and Quick Scripts stay controlled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Shared content is easier to manage and safer to use.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Script Library supports category filtering, favorites, activation, and one-click copy.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Quick Scripts are shared from the master Script table so admin edits apply to everyone.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Admins can drag cards to reorder Quick Scripts instead of clicking arrows repeatedly.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Male/Female wording toggles work from regular and favorite Quick Script cards.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3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Library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Search and copy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Quick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Shared and ordered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Favorite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Personal per user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Search and copy flows are built for speed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Agents can reach the right wording without moving through long lists.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Ctrl+K opens the in-app command palette when the page has focus.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Most-used scripts are tracked per agent locally.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Copying a script can prompt for date, duration, amount, membership type, or member name.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The copy pipeline applies employee name, gender, country heart, variables, and usage tracking.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4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Shortcut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Ctrl+K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Fill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Smart prompts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Copy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Ready output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AI helps agents answer with context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The assistant uses the hub's own knowledge instead of generic answers.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Groq is the default provider using llama-3.1-8b-instant.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Gemini and OpenAI remain optional providers through environment variables.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AI Trainer accepts text, links, and image references as reusable knowledge.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The chatbot uses scripts, official knowledge, memory, and country/language signals.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5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Chatbot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Support context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Trainer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Reusable knowledge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Spellcheck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Agent-controlled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Admin controls keep shared data clean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Role boundaries make it clear who can change operational content.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Admin can manage scripts, categories, Quick Scripts, activation status, and shared support content.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User creation, removal, and role changes are left to the development team.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Deactivation hides scripts or categories globally without deleting the record.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Shared content changes apply to all users after saving.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6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Admin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Content authority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Developers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User accounts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User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Daily operation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Support tools cover common daily tasks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The hub includes utilities agents need during real support work.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Branch Directory gives searchable KSA and UAE branch references.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Calculation Tool supports membership-related calculations.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Hijri Month supports Hijri to Gregorian and Gregorian to Hijri conversion.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Profile settings keep agent names available for script personalization.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7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Branches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Searchable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Calendar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Two-way conversion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5EB8"/>
                </a:solidFill>
                <a:latin typeface="Arial"/>
              </a:rPr>
              <a:t>Profile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Agent names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accent-green"/>
          <p:cNvSpPr/>
          <p:nvPr/>
        </p:nvSpPr>
        <p:spPr>
          <a:xfrm>
            <a:off x="0" y="0"/>
            <a:ext cx="6583680" cy="14630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-accent-blue"/>
          <p:cNvSpPr/>
          <p:nvPr/>
        </p:nvSpPr>
        <p:spPr>
          <a:xfrm>
            <a:off x="6583680" y="0"/>
            <a:ext cx="5669280" cy="14630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30352" y="3291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rial"/>
              </a:rPr>
              <a:t>PUREGYM SUPPORT HUB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30352" y="786384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500" b="1">
                <a:solidFill>
                  <a:srgbClr val="111827"/>
                </a:solidFill>
                <a:latin typeface="Arial"/>
              </a:rPr>
              <a:t>QA and health checks make releases safer</a:t>
            </a:r>
            <a:endParaRPr lang="en-US" sz="3500"/>
          </a:p>
        </p:txBody>
      </p:sp>
      <p:sp>
        <p:nvSpPr>
          <p:cNvPr id="6" name="subtitle"/>
          <p:cNvSpPr txBox="1"/>
          <p:nvPr/>
        </p:nvSpPr>
        <p:spPr>
          <a:xfrm>
            <a:off x="548640" y="1737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700">
                <a:solidFill>
                  <a:srgbClr val="4B5563"/>
                </a:solidFill>
                <a:latin typeface="Arial"/>
              </a:rPr>
              <a:t>The project now has repeatable checks before deployment.</a:t>
            </a:r>
            <a:endParaRPr lang="en-US" sz="1700"/>
          </a:p>
        </p:txBody>
      </p:sp>
      <p:sp>
        <p:nvSpPr>
          <p:cNvPr id="7" name="bullets"/>
          <p:cNvSpPr txBox="1"/>
          <p:nvPr/>
        </p:nvSpPr>
        <p:spPr>
          <a:xfrm>
            <a:off x="713232" y="2514600"/>
            <a:ext cx="557784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npm run build verifies Prisma, Next.js, type checking, and static generation.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npm run smoke verifies page rendering and anonymous API protection.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Authenticated smoke can run with SMOKE_EMAIL and SMOKE_PASSWORD.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/api/health reports database, AI configuration, and system readiness.</a:t>
            </a:r>
            <a:endParaRPr lang="en-US" sz="1700"/>
          </a:p>
          <a:p>
            <a:pPr marL="228600" indent="-171450"/>
            <a:r>
              <a:rPr lang="en-US" sz="1700">
                <a:solidFill>
                  <a:srgbClr val="111827"/>
                </a:solidFill>
                <a:latin typeface="Arial"/>
              </a:rPr>
              <a:t>- Legacy UserQuickScript cleanup runs only after Neon audit confirms no unique user data is needed.</a:t>
            </a:r>
            <a:endParaRPr lang="en-US" sz="1700"/>
          </a:p>
        </p:txBody>
      </p:sp>
      <p:sp>
        <p:nvSpPr>
          <p:cNvPr id="8" name="side-panel"/>
          <p:cNvSpPr/>
          <p:nvPr/>
        </p:nvSpPr>
        <p:spPr>
          <a:xfrm>
            <a:off x="6629400" y="2423160"/>
            <a:ext cx="4983480" cy="3246120"/>
          </a:xfrm>
          <a:prstGeom prst="rect">
            <a:avLst/>
          </a:prstGeom>
          <a:solidFill>
            <a:srgbClr val="F3F6F8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slide-number"/>
          <p:cNvSpPr txBox="1"/>
          <p:nvPr/>
        </p:nvSpPr>
        <p:spPr>
          <a:xfrm>
            <a:off x="11173968" y="636422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8</a:t>
            </a:r>
            <a:endParaRPr lang="en-US" sz="900"/>
          </a:p>
        </p:txBody>
      </p:sp>
      <p:sp>
        <p:nvSpPr>
          <p:cNvPr id="10" name="made-by"/>
          <p:cNvSpPr txBox="1"/>
          <p:nvPr/>
        </p:nvSpPr>
        <p:spPr>
          <a:xfrm>
            <a:off x="530352" y="632764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>
                <a:solidFill>
                  <a:srgbClr val="4B5563"/>
                </a:solidFill>
                <a:latin typeface="Arial"/>
              </a:rPr>
              <a:t>Made by Mohammed Alkhandagji</a:t>
            </a:r>
            <a:endParaRPr lang="en-US" sz="900"/>
          </a:p>
        </p:txBody>
      </p:sp>
      <p:sp>
        <p:nvSpPr>
          <p:cNvPr id="11" name="card-11"/>
          <p:cNvSpPr/>
          <p:nvPr/>
        </p:nvSpPr>
        <p:spPr>
          <a:xfrm>
            <a:off x="6931152" y="265176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2" name="card-title-11"/>
          <p:cNvSpPr txBox="1"/>
          <p:nvPr/>
        </p:nvSpPr>
        <p:spPr>
          <a:xfrm>
            <a:off x="7114032" y="277977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Build</a:t>
            </a:r>
            <a:endParaRPr lang="en-US" sz="1300"/>
          </a:p>
        </p:txBody>
      </p:sp>
      <p:sp>
        <p:nvSpPr>
          <p:cNvPr id="13" name="card-body-11"/>
          <p:cNvSpPr txBox="1"/>
          <p:nvPr/>
        </p:nvSpPr>
        <p:spPr>
          <a:xfrm>
            <a:off x="7114032" y="303580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Production compile</a:t>
            </a:r>
            <a:endParaRPr lang="en-US" sz="1100"/>
          </a:p>
        </p:txBody>
      </p:sp>
      <p:sp>
        <p:nvSpPr>
          <p:cNvPr id="14" name="card-14"/>
          <p:cNvSpPr/>
          <p:nvPr/>
        </p:nvSpPr>
        <p:spPr>
          <a:xfrm>
            <a:off x="6931152" y="361188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card-title-14"/>
          <p:cNvSpPr txBox="1"/>
          <p:nvPr/>
        </p:nvSpPr>
        <p:spPr>
          <a:xfrm>
            <a:off x="7114032" y="373989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Smoke</a:t>
            </a:r>
            <a:endParaRPr lang="en-US" sz="1300"/>
          </a:p>
        </p:txBody>
      </p:sp>
      <p:sp>
        <p:nvSpPr>
          <p:cNvPr id="16" name="card-body-14"/>
          <p:cNvSpPr txBox="1"/>
          <p:nvPr/>
        </p:nvSpPr>
        <p:spPr>
          <a:xfrm>
            <a:off x="7114032" y="399592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Route protection</a:t>
            </a:r>
            <a:endParaRPr lang="en-US" sz="1100"/>
          </a:p>
        </p:txBody>
      </p:sp>
      <p:sp>
        <p:nvSpPr>
          <p:cNvPr id="17" name="card-17"/>
          <p:cNvSpPr/>
          <p:nvPr/>
        </p:nvSpPr>
        <p:spPr>
          <a:xfrm>
            <a:off x="6931152" y="4572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8" name="card-title-17"/>
          <p:cNvSpPr txBox="1"/>
          <p:nvPr/>
        </p:nvSpPr>
        <p:spPr>
          <a:xfrm>
            <a:off x="7114032" y="4700016"/>
            <a:ext cx="3977639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00A651"/>
                </a:solidFill>
                <a:latin typeface="Arial"/>
              </a:rPr>
              <a:t>Health</a:t>
            </a:r>
            <a:endParaRPr lang="en-US" sz="1300"/>
          </a:p>
        </p:txBody>
      </p:sp>
      <p:sp>
        <p:nvSpPr>
          <p:cNvPr id="19" name="card-body-17"/>
          <p:cNvSpPr txBox="1"/>
          <p:nvPr/>
        </p:nvSpPr>
        <p:spPr>
          <a:xfrm>
            <a:off x="7114032" y="4956048"/>
            <a:ext cx="397763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>
                <a:solidFill>
                  <a:srgbClr val="4B5563"/>
                </a:solidFill>
                <a:latin typeface="Arial"/>
              </a:rPr>
              <a:t>Monitor-ready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reGym Support Hub">
  <a:themeElements>
    <a:clrScheme name="PureGym">
      <a:dk1>
        <a:srgbClr val="111827"/>
      </a:dk1>
      <a:lt1>
        <a:srgbClr val="FFFFFF"/>
      </a:lt1>
      <a:dk2>
        <a:srgbClr val="005EB8"/>
      </a:dk2>
      <a:lt2>
        <a:srgbClr val="F3F6F8"/>
      </a:lt2>
      <a:accent1>
        <a:srgbClr val="00A651"/>
      </a:accent1>
      <a:accent2>
        <a:srgbClr val="005EB8"/>
      </a:accent2>
      <a:accent3>
        <a:srgbClr val="4B5563"/>
      </a:accent3>
      <a:accent4>
        <a:srgbClr val="D7DEE8"/>
      </a:accent4>
      <a:accent5>
        <a:srgbClr val="111827"/>
      </a:accent5>
      <a:accent6>
        <a:srgbClr val="F3F6F8"/>
      </a:accent6>
      <a:hlink>
        <a:srgbClr val="005EB8"/>
      </a:hlink>
      <a:folHlink>
        <a:srgbClr val="00A651"/>
      </a:folHlink>
    </a:clrScheme>
    <a:fontScheme name="Arial">
      <a:majorFont>
        <a:latin typeface="Arial"/>
      </a:majorFont>
      <a:minorFont>
        <a:latin typeface="Arial"/>
      </a:minorFont>
    </a:fontScheme>
    <a:fmtScheme name="PureGym">
      <a:fillStyleLst>
        <a:solidFill>
          <a:srgbClr val="FFFFFF"/>
        </a:solidFill>
      </a:fillStyleLst>
      <a:lnStyleLst>
        <a:ln w="9525">
          <a:solidFill>
            <a:srgbClr val="D7DEE8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PureGym Support Hub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PureGym Support Hub Presentation</dc:title>
  <dc:creator>Mohammed Alkhandagji</dc:creator>
  <cp:lastModifiedBy>Codex</cp:lastModifiedBy>
  <dcterms:created xsi:type="dcterms:W3CDTF">2026-07-04T03:19:00Z</dcterms:created>
  <dcterms:modified xsi:type="dcterms:W3CDTF">2026-07-04T03:19:00Z</dcterms:modified>
</cp:coreProperties>
</file>