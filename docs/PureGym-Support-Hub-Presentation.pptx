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0A4A44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97680"/>
            <a:ext cx="3291840" cy="3291840"/>
          </a:xfrm>
          <a:prstGeom prst="ellipse">
            <a:avLst/>
          </a:prstGeom>
          <a:solidFill>
            <a:srgbClr val="0A4A4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68680" cy="86868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💪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PureGym Support Hub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Support Platform for PureGym Arabia Agents — KSA &amp; UAE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</a:t>
            </a:r>
            <a:pPr indent="0" marL="0">
              <a:buNone/>
            </a:pPr>
            <a:r>
              <a:rPr lang="en-US" sz="1800" dirty="0">
                <a:solidFill>
                  <a:srgbClr val="6FA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pPr indent="0" marL="0">
              <a:buNone/>
            </a:pPr>
            <a:r>
              <a:rPr lang="en-US" sz="1800" dirty="0">
                <a:solidFill>
                  <a:srgbClr val="6FA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Offers</a:t>
            </a:r>
            <a:pPr indent="0" marL="0">
              <a:buNone/>
            </a:pPr>
            <a:r>
              <a:rPr lang="en-US" sz="1800" dirty="0">
                <a:solidFill>
                  <a:srgbClr val="6FA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D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React · Neon PostgreSQL · OpenAI · Vercel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Challenge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452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Speed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need the right reply in seconds, not minutes of searching.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28600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98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countries, two languages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&amp; UAE, Arabic &amp; English — answers must match each context.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43484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7452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Constant change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74520" y="4892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Prices, offers and policies change; outdated replies hurt members.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43484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Consistency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98080" y="4892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should send the same accurate, on-brand message.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Hub for Everything Support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PureGym Support Hub is a private web app used by the Member Services team. 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puts ready-to-send scripts, a PureGym-smart AI assistant, live offers, and calculation tools in one fast, bilingual place — so every agent responds quickly, accurately and consistently.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635240" y="196596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22402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6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542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35240" y="30632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scripts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784080" y="196596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784080" y="22402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6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784080" y="30632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35240" y="393192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35240" y="42062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6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635240" y="50292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(KSA/UAE)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84080" y="393192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0" y="42062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6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784080" y="50292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(AR/EN)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685800" cy="68580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📚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Script Library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364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542 scripts by category, instant search, favorites, and Active/Inactive filters.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07408" y="192024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2194560"/>
            <a:ext cx="685800" cy="68580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81728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 Assistant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3364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PureGym expert that answers in AR/EN for KSA/UAE and drafts replies.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74736" y="192024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2194560"/>
            <a:ext cx="685800" cy="68580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16" name="Text 14"/>
          <p:cNvSpPr/>
          <p:nvPr/>
        </p:nvSpPr>
        <p:spPr>
          <a:xfrm>
            <a:off x="8449056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🔥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49056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Offers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49056" y="3364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promo codes auto-pulled daily from the official PureGym sites.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1605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85800" cy="68580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" y="5212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Quick Scripts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56052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one-click shortcuts with a Male/Female toggle and per-user favorites.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07408" y="41605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1728" y="4434840"/>
            <a:ext cx="685800" cy="68580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26" name="Text 24"/>
          <p:cNvSpPr/>
          <p:nvPr/>
        </p:nvSpPr>
        <p:spPr>
          <a:xfrm>
            <a:off x="4681728" y="4434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🧮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681728" y="5212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Calculation Tool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81728" y="56052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Membership/plan calculations rebuilt from the official workbook.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74736" y="41605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49056" y="4434840"/>
            <a:ext cx="685800" cy="68580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31" name="Text 29"/>
          <p:cNvSpPr/>
          <p:nvPr/>
        </p:nvSpPr>
        <p:spPr>
          <a:xfrm>
            <a:off x="8449056" y="4434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⚙️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449056" y="5212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Admin Editor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449056" y="56052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scripts, categories, users and the AI knowledge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3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SMART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AI That Actually Knows PureGym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0A4A44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4520" y="22585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Speaks the member's language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71576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Gulf Arabic or English, matched to KSA or UAE automatically.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0A4A44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28600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98080" y="22585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Grounded, never invents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98080" y="271576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script library and official policies — no made-up prices or rules.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0A4A44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43484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74520" y="44074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Drafts ready replies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74520" y="486460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request into a polished, copy-paste customer message.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0A4A44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43484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0" y="44074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Reads screenshots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98080" y="486460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attached images (payment proof, app errors) and responds.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Offers, Always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 system reads the official PureGym KSA &amp; UAE homepages and updates the current promo offer automatically — in Arabic and English, for both countries.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00A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admin action needed.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0" y="1965960"/>
            <a:ext cx="4206240" cy="3566160"/>
          </a:xfrm>
          <a:prstGeom prst="roundRect">
            <a:avLst>
              <a:gd name="adj" fmla="val 3077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daily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0" y="26517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99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589520" y="365760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off for life — code LT20</a:t>
            </a:r>
            <a:endParaRPr lang="en-US" sz="15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0A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off first month — code PGA30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Built on a Modern, Reliable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292608" cy="292608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1031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Next.js 14 + React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25420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modern web framework (front + back in one)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92024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377440"/>
            <a:ext cx="292608" cy="292608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21031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40880" y="25420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code for fewer bugs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3794760"/>
            <a:ext cx="292608" cy="292608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Prisma + Neon PostgreSQL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39593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database (source of truth)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333756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794760"/>
            <a:ext cx="292608" cy="292608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OpenAI API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40880" y="39593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the AI assistant and proofreading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5212080"/>
            <a:ext cx="292608" cy="292608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22" name="Text 20"/>
          <p:cNvSpPr/>
          <p:nvPr/>
        </p:nvSpPr>
        <p:spPr>
          <a:xfrm>
            <a:off x="1417320" y="4937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Vercel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417320" y="537667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on every push; global hosting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7548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37960" y="5212080"/>
            <a:ext cx="292608" cy="292608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4937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Gmail SMTP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40880" y="537667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&amp; password reset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Running Cost — 25 Daily Users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cost with ~25 active agents using scripts, the AI assistant and tools every day. Figures are approximate (USD) and depend on real AI usage.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9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9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9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GPT-4o-mini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GPT-4.1-mini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usage (AI + proofread)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~$40–55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(Vercel)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Hobby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— $20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— $20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(Neon PostgreSQL)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— $19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— $19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(Gmail SMTP)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total / month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~$15–25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A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~$80–95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17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balances quality and cost. Cheaper / near-free AI option: Google Gemini Flash or Groq (Llama) — generous free tiers can bring the AI cost close to $0 at this scale.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&amp; Reliable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452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login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session cookies, email verification, password reset.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28600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98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Rate limiting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0" y="2743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login, sign-up and AI from abuse and runaway cost.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434840"/>
            <a:ext cx="731520" cy="7315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7452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Roles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74520" y="4892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User, Admin and Super Admin permissions.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434840"/>
            <a:ext cx="731520" cy="73152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Backup mirror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98080" y="4892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script mirrored to a project file — nothing gets lost.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9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What's Next — Planned Development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EFF9F8"/>
          </a:solidFill>
          <a:ln w="12700">
            <a:solidFill>
              <a:srgbClr val="E2EC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971800"/>
            <a:ext cx="960120" cy="960120"/>
          </a:xfrm>
          <a:prstGeom prst="ellipse">
            <a:avLst/>
          </a:prstGeom>
          <a:solidFill>
            <a:srgbClr val="00999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9718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00"/>
                </a:solidFill>
              </a:rPr>
              <a:t>🧩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2286000" y="28346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Browser Extension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286000" y="3429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PureGym Support Hub extension that runs the hub's scripts and shortcuts directly inside any browser tab — a faster, in-house replacement for TextBlaze, always in sync with the hub.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A4A4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554480"/>
            <a:ext cx="868680" cy="868680"/>
          </a:xfrm>
          <a:prstGeom prst="ellipse">
            <a:avLst/>
          </a:prstGeom>
          <a:solidFill>
            <a:srgbClr val="00A65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🚀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Faster answers. Consistent quality. Happier members.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PureGym Support Hub — one place for scripts, AI support, live offers and tools, built for the way agents actually work.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715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D0C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6080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</a:t>
            </a:r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Alkhandaqji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PureGym Support Hub</dc:title>
  <dc:subject>PptxGenJS Presentation</dc:subject>
  <dc:creator>PureGym Support Hub</dc:creator>
  <cp:lastModifiedBy>PureGym Support Hub</cp:lastModifiedBy>
  <cp:revision>1</cp:revision>
  <dcterms:created xsi:type="dcterms:W3CDTF">2026-07-01T14:16:11Z</dcterms:created>
  <dcterms:modified xsi:type="dcterms:W3CDTF">2026-07-01T14:16:11Z</dcterms:modified>
</cp:coreProperties>
</file>